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VAXTRACK V1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Journey — Beta to v1.3.0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releases. One evolving vaccination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4709160"/>
            <a:ext cx="146304" cy="146304"/>
          </a:xfrm>
          <a:prstGeom prst="ellipse">
            <a:avLst/>
          </a:prstGeom>
          <a:solidFill>
            <a:srgbClr val="1E4C6E"/>
          </a:solidFill>
          <a:ln w="12700">
            <a:solidFill>
              <a:srgbClr val="22C7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4984" y="4782312"/>
            <a:ext cx="1271016" cy="0"/>
          </a:xfrm>
          <a:prstGeom prst="line">
            <a:avLst/>
          </a:prstGeom>
          <a:noFill/>
          <a:ln w="19050">
            <a:solidFill>
              <a:srgbClr val="1E4C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4709160"/>
            <a:ext cx="146304" cy="146304"/>
          </a:xfrm>
          <a:prstGeom prst="ellipse">
            <a:avLst/>
          </a:prstGeom>
          <a:solidFill>
            <a:srgbClr val="1E4C6E"/>
          </a:solidFill>
          <a:ln w="12700">
            <a:solidFill>
              <a:srgbClr val="22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4956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2304" y="4782312"/>
            <a:ext cx="1271016" cy="0"/>
          </a:xfrm>
          <a:prstGeom prst="line">
            <a:avLst/>
          </a:prstGeom>
          <a:noFill/>
          <a:ln w="19050">
            <a:solidFill>
              <a:srgbClr val="1E4C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4709160"/>
            <a:ext cx="146304" cy="146304"/>
          </a:xfrm>
          <a:prstGeom prst="ellipse">
            <a:avLst/>
          </a:prstGeom>
          <a:solidFill>
            <a:srgbClr val="1E4C6E"/>
          </a:solidFill>
          <a:ln w="12700">
            <a:solidFill>
              <a:srgbClr val="22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956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9624" y="4782312"/>
            <a:ext cx="1271016" cy="0"/>
          </a:xfrm>
          <a:prstGeom prst="line">
            <a:avLst/>
          </a:prstGeom>
          <a:noFill/>
          <a:ln w="19050">
            <a:solidFill>
              <a:srgbClr val="1E4C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4709160"/>
            <a:ext cx="146304" cy="146304"/>
          </a:xfrm>
          <a:prstGeom prst="ellipse">
            <a:avLst/>
          </a:prstGeom>
          <a:solidFill>
            <a:srgbClr val="22C7B5"/>
          </a:solidFill>
          <a:ln w="12700">
            <a:solidFill>
              <a:srgbClr val="22C7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956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v1.3.0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Associate Consultant, Infosys  —  Developer, British Petroleum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So Far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05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2084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43784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4378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35112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Beta: What Shipped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70248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7024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4224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v1.1.0 — Remastered: Structural Rebuild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8348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 — Feature Completion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41732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8272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v1.3.0 — Remastered Final: Polish &amp; Support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130552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1305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48272" y="2084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Identified &amp; Fixed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2843784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84378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48272" y="27980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Database &amp; Architecture Evolution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3557016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55701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35112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Leftovers &amp; Engineering Lessons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270248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27024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48272" y="4224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The Bridge to v2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COVID-19 pandemic exposed how fragile ad-hoc vaccination logistics can be. VaxTrack started as a focused response: a web portal where a normal user could register, book a vaccination slot, and track their status — and an administrator could approve bookings and manage slot availability, all through one accountable system instead of scattered spreadsheets and phone calls.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followed wasn’t a single build — it was four releases across roughly a year, each one addressing what the last one got wrong or left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2344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554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381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in ~12 months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21040" y="3154680"/>
            <a:ext cx="2834640" cy="0"/>
          </a:xfrm>
          <a:prstGeom prst="line">
            <a:avLst/>
          </a:prstGeom>
          <a:noFill/>
          <a:ln w="12700">
            <a:solidFill>
              <a:srgbClr val="1E4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3291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13816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served throughout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4526280"/>
            <a:ext cx="2834640" cy="0"/>
          </a:xfrm>
          <a:prstGeom prst="line">
            <a:avLst/>
          </a:prstGeom>
          <a:noFill/>
          <a:ln w="12700">
            <a:solidFill>
              <a:srgbClr val="1E4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663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13816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vision, refined every release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loop — held constant across all four releases.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0492" y="2148840"/>
            <a:ext cx="502920" cy="502920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165049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 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register and are auto-logged in, landing on their profile.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3200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1124" y="2148840"/>
            <a:ext cx="502920" cy="502920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12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5304" y="2880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Slot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browse available hospital slots and book a vaccination dose.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5312" y="3200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91756" y="2148840"/>
            <a:ext cx="502920" cy="502920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8" name="Text 16"/>
          <p:cNvSpPr/>
          <p:nvPr/>
        </p:nvSpPr>
        <p:spPr>
          <a:xfrm>
            <a:off x="719175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45936" y="2880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64224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see every pending booking on a central dashboard.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5944" y="3200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51976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2388" y="2148840"/>
            <a:ext cx="502920" cy="502920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4" name="Text 22"/>
          <p:cNvSpPr/>
          <p:nvPr/>
        </p:nvSpPr>
        <p:spPr>
          <a:xfrm>
            <a:off x="996238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16568" y="288036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Track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34856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flips from ‘not vaccinated’ to ‘vaccinated’ once approved — visible to both sides.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at launch: ASP.NET MVC · Entity Framework Core · SQLite · ASP.NET Identity for auth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63A5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v1.0.0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core MVC app, 2 roles, SQLite.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0712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63A57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v1.1.0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47872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REMASTERED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47872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rebuild — DTOs, normalized data, new UI.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5312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81344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163A5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v1.2.0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18504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8504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edit + Slot Booking v2 modules.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95944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51976" y="17373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22C7B5"/>
          </a:solidFill>
          <a:ln/>
        </p:spPr>
      </p:sp>
      <p:sp>
        <p:nvSpPr>
          <p:cNvPr id="19" name="Text 17"/>
          <p:cNvSpPr/>
          <p:nvPr/>
        </p:nvSpPr>
        <p:spPr>
          <a:xfrm>
            <a:off x="9089136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v1.3.0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89136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REMASTERED FINAL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9136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module, password reset, full UI polish.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 shipped as a focused feature drop with no standalone review deck — its updates are folded into the v1.3.0 retrospective on the following slides.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v1.0.0 — BETA: WHAT SHIPPED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release · ~Q4 2024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ASP.NET MVC with server-rendered Razor views — the classic controller-per-page pattern.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 from day one: normal user and administrator, each with a dedicated view set.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via Entity Framework Core — lightweight, zero-install persistence for a demo-scoped build.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 handled authentication out of the box, including the IdentityUser base for login.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 worked end to end: register → book a slot → admin approves → status updates.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72200" y="2057400"/>
            <a:ext cx="5577840" cy="2840496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5B6B7A">
                <a:alpha val="30000"/>
              </a:srgbClr>
            </a:outerShdw>
          </a:effectLst>
        </p:spPr>
      </p:sp>
      <p:pic>
        <p:nvPicPr>
          <p:cNvPr id="6" name="Image 0" descr="/tmp/build/imgs/beta_slide08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148840"/>
            <a:ext cx="5394960" cy="2657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498933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Login page (Bootstrap defaults, minimal styling)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v1.0.0 — ARCHITECTURE AT LAUNCH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three-layer MVC stack — no DTOs, models bound directly to views.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F243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920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+ Controllers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0" y="19202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Profile, Booking, Admin, Home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8163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3035808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E4C6E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0358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30358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0" y="30358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Profile, Booking, Admin, Vaccination, Hospital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931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4151376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0F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151376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23360" y="415137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AppDbContext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415137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entity models — no DTO layer yet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50474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80160" y="5266944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E4C6E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5266944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23360" y="526694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0" y="526694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Vaccination, Booking, Hospital tables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v1.1.0 — REMASTERED: STRUCTURAL REBUILD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features — this release paid down the architecture debt from Beta.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the application architecture end to end.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missing DTO layer to decouple views from entity models.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and restructured model relationships (previously flat/unnormalized).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password column from the database, adopting ASP.NET IdentityUser properly.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Redefined service methods to match the new model structure.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the admin page with additional charts for better insight.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22376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v1.0.0 LOGIN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50608" y="1545336"/>
            <a:ext cx="4261104" cy="2170308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7" name="Image 0" descr="/tmp/build/imgs/beta_slide08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18488"/>
            <a:ext cx="4114800" cy="20240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9625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v1.1.0 LOGIN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50608" y="4181988"/>
            <a:ext cx="4261104" cy="2147666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10" name="Image 1" descr="/tmp/build/imgs/remaster_slide09_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4255140"/>
            <a:ext cx="4114800" cy="20013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v1.2.0 — FEATURE COMPLETION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review deck exists for this release — captured here from the engineering changelog.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Edit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users can update their own profile details in place.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Booking V2 Module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2219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reworked booking flow replacing the v1.0.0 implementation.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Messaging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/ update / alert messages added across login, registration, profile edit, and booking.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5661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794760"/>
            <a:ext cx="457200" cy="45720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Picture Upload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418795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users and admins gained the ability to upload a profile picture.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v1.3.0 — REMASTERED FINAL: NEW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feature-dense release — four new capabilities on top of a fully reworked UI.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picture upload — completed and shipped.</a:t>
            </a:r>
            <a:endParaRPr lang="en-US" sz="1250" dirty="0"/>
          </a:p>
          <a:p>
            <a:pPr marL="177800" indent="-1778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feature — self-service reset flow added.</a:t>
            </a:r>
            <a:endParaRPr lang="en-US" sz="1250" dirty="0"/>
          </a:p>
          <a:p>
            <a:pPr marL="177800" indent="-1778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module — users can raise tickets and add follow-up comments.</a:t>
            </a:r>
            <a:endParaRPr lang="en-US" sz="1250" dirty="0"/>
          </a:p>
          <a:p>
            <a:pPr marL="177800" indent="-177800">
              <a:lnSpc>
                <a:spcPct val="128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management module — admins can update, modify, and close tickets — partially completed (file/media upload and status tracking left for a future release).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22376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v1.0.0 ADMIN 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50608" y="1545336"/>
            <a:ext cx="4261104" cy="2181319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7" name="Image 0" descr="/tmp/build/imgs/beta_slide12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18488"/>
            <a:ext cx="4114800" cy="20350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973543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v1.3.0 ADMIN 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50608" y="4192999"/>
            <a:ext cx="4261104" cy="238260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5000"/>
              </a:srgbClr>
            </a:outerShdw>
          </a:effectLst>
        </p:spPr>
      </p:sp>
      <p:pic>
        <p:nvPicPr>
          <p:cNvPr id="10" name="Image 1" descr="/tmp/build/imgs/final_slide15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4266151"/>
            <a:ext cx="4114800" cy="223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v1.3.0 — UI OVERHAUL &amp; CONSOLIDATION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was redesigned, and four standalone pages were folded into partial views on Home.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redesigned for Home, Sign In, Sign Up, User Profile, Edit Profile, Slot Booking, and Admin — plus suitable icons added throughout.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independent login, registration, profile-edit, and slot-booking pages.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partial login, registration, and password-reset views directly on the Home page.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booking moved into a modal on the user profile page.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v2 admin page with separate tabs (Usage Analytics, Admin Actions, Support Manager) for cleaner separation of concerns.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browser alert() calls with toast messages, and did a full CSS cleanup pass.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36208" y="2029968"/>
            <a:ext cx="5541264" cy="2792189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5B6B7A">
                <a:alpha val="30000"/>
              </a:srgbClr>
            </a:outerShdw>
          </a:effectLst>
        </p:spPr>
      </p:sp>
      <p:pic>
        <p:nvPicPr>
          <p:cNvPr id="6" name="Image 0" descr="/tmp/build/imgs/final_slide11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03120"/>
            <a:ext cx="5394960" cy="26458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4931885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v1.3.0 — Home page, now hosting login, registration, and password reset as partial views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v1.3.0 — BUGS IDENTIFIED &amp; FIXED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surfaced in v1.2.0 or during v1.3.0 development — all six closed before release.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709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edit-profile modal — closing the confirm-password modal froze the site page.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365760" cy="3657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670048"/>
            <a:ext cx="4709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font color reverted to default after upgrading Bootstrap to v5.3, overriding custom CSS.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39896"/>
            <a:ext cx="365760" cy="3657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739896"/>
            <a:ext cx="4709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font — the Google Font was excluded after the same Bootstrap v5.3 upgrade.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365760" cy="3657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4709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slot updates stopped working after the support-manager tab was added to the admin dashboard.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670048"/>
            <a:ext cx="365760" cy="3657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2670048"/>
            <a:ext cx="4709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active tabs became inconsistent after the support-manager tab was added.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739896"/>
            <a:ext cx="365760" cy="365760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3739896"/>
            <a:ext cx="4709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Slot-booking buttons and messages displayed inconsistently after booking-flow changes.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 ACROSS V1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model itself never changed across four releases — only what each role could do grew.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389120"/>
        </p:xfrm>
        <a:graphic>
          <a:graphicData uri="http://schemas.openxmlformats.org/drawingml/2006/table">
            <a:tbl>
              <a:tblPr/>
              <a:tblGrid>
                <a:gridCol w="502920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&amp; log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(v1.0.0+)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 vaccination 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(v1.0.0+)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own profile &amp; upload picture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(v1.2.0+)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(v1.3.0+)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bookings &amp; manage slot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(v1.0.0+)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usage analytics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(v1.1.0+, expanded v1.3.0)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&amp; follow up support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(v1.3.0+)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support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(v1.3.0+, partial)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EVOLUTION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four flat tables in Beta to a normalized schema with formal relationships by v1.3.0.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BETA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Details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80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Vaccination Details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657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Details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34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Details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unnormalized — direct 1:1 mapping to Razor view models.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3291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v1.3.0 — REMASTERED FINAL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(1:1 Credentials, 1:1 Vaccination)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88036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(1:Many per User, per Hospital)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65760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63A5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(1:Many Bookings)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4348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E4C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+ Comments (1:Many, new)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5257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1:1 and 1:Many relationships; Support entities added for the new module.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LEFTOVERS — WHAT DIDN’T MAKE THE CUT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tradeoffs for a demo-scoped project — documented, not hidden.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Support Manager modules — file and media upload feature not built.</a:t>
            </a:r>
            <a:endParaRPr lang="en-US" sz="14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Manager module — ticket status update not implemented.</a:t>
            </a:r>
            <a:endParaRPr lang="en-US" sz="14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Manager module — SLA and OLA tracking not implemented.</a:t>
            </a:r>
            <a:endParaRPr lang="en-US" sz="14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 — no cross-party updates when a ticket changes (either side).</a:t>
            </a:r>
            <a:endParaRPr lang="en-US" sz="140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cleanup — redundant code left in the support and support-manager services.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me it was for demo purposes — but if someone wants to scale up the project…” — v1.3.0 ReadMe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LESSONS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v1.3.0 ReadMe flagged as needed before this could scale past a demo.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only on selective methods — needs coverage across every controller.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22199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selectively implemented — needs a full audit for async/await coverage.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sparingly to control processing time; any addition needs a security and licensing check.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5661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5B6B7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79476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418795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queue-based batching used — would matter for bulk-record API interactions at scale.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Build Journey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— THE BRIDGE TO V2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proved the concept across four releases — a working registration-to-vaccination loop, a support system, and a UI that kept getting better. But it stayed what it was built to be: a single-developer, demo-scoped MVC app on SQLite.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rebuilds it ground-up for real hospitals, real scale, and full accountability — ASP.NET Core Web API, Angular SPA, SQL Server, a three-tier role model, and an audit trail on every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2344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63A57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344168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0" y="1234440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shipped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807208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63A57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2916936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326880" y="2807208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bugs, all closed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4379976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63A57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4489704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326880" y="4379976"/>
            <a:ext cx="2103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forward: v2.0.0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V1 — Beta to v1.3.0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Associate Consultant, Infosys  —  Developer, British Petroleum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2026-07-11T13:41:46Z</dcterms:created>
  <dcterms:modified xsi:type="dcterms:W3CDTF">2026-07-11T13:41:46Z</dcterms:modified>
</cp:coreProperties>
</file>