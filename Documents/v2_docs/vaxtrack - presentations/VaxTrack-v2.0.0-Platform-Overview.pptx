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VAXTRACK v2.0.0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demo to deployable: a ground-up rebuild for real hospitals, real scale, and full accountability.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4434840"/>
            <a:ext cx="2163470" cy="384048"/>
          </a:xfrm>
          <a:prstGeom prst="roundRect">
            <a:avLst>
              <a:gd name="adj" fmla="val 50000"/>
            </a:avLst>
          </a:prstGeom>
          <a:solidFill>
            <a:srgbClr val="163A57"/>
          </a:solidFill>
          <a:ln w="9525">
            <a:solidFill>
              <a:srgbClr val="22C7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434840"/>
            <a:ext cx="21634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(.NET 10)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15030" y="44348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63A57"/>
          </a:solidFill>
          <a:ln w="9525">
            <a:solidFill>
              <a:srgbClr val="22C7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5030" y="44348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40910" y="44348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63A57"/>
          </a:solidFill>
          <a:ln w="9525">
            <a:solidFill>
              <a:srgbClr val="22C7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0910" y="44348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66790" y="4434840"/>
            <a:ext cx="972922" cy="384048"/>
          </a:xfrm>
          <a:prstGeom prst="roundRect">
            <a:avLst>
              <a:gd name="adj" fmla="val 50000"/>
            </a:avLst>
          </a:prstGeom>
          <a:solidFill>
            <a:srgbClr val="163A57"/>
          </a:solidFill>
          <a:ln w="9525">
            <a:solidFill>
              <a:srgbClr val="22C7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66790" y="4434840"/>
            <a:ext cx="9729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 |  Associate Consultant, Infosys  —  Developer, British Petroleum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50008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50008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23042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Rebuilt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91256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91256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31455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vs. V1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32504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39867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73752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73752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" y="48280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 Model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508760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508760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48272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End to End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350008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350008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8272" y="23042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&amp; Guardrails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191256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191256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48272" y="31455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Snapshot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4032504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032504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48272" y="39867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Governance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4873752"/>
            <a:ext cx="310896" cy="310896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873752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48272" y="48280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is a two-dose vaccination management platform. It tracks a beneficiary's vaccination journey end to end — registration, hospital discovery, dose booking and approval, and a verifiable completion certificate — while giving each hospital self-service control over its own slot capacity, and giving a platform operator full oversight of hospitals and users, with a complete audit trail on every action.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current, actively developed version of VaxTrack — replacing the single-developer v1.x demo line entirely.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55280" y="12344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0F2438"/>
          </a:solidFill>
          <a:ln/>
        </p:spPr>
      </p:sp>
      <p:sp>
        <p:nvSpPr>
          <p:cNvPr id="6" name="Text 4"/>
          <p:cNvSpPr/>
          <p:nvPr/>
        </p:nvSpPr>
        <p:spPr>
          <a:xfrm>
            <a:off x="8092440" y="1325880"/>
            <a:ext cx="1600200" cy="1143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46920" y="123444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roles, fully scoped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0" y="2807208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0F2438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2898648"/>
            <a:ext cx="1600200" cy="1143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46920" y="2807208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modules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4379976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0F2438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4471416"/>
            <a:ext cx="1600200" cy="1143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646920" y="4379976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carry an audit trail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REBUILT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programs that span many independently-operated hospitals run into three recurring problems: beneficiaries have no single place to book and track a two-dose course; hospitals have no shared, live view of their own slot capacity or who is due to arrive; and program administrators have no consolidated way to oversee hospitals and enforce accountability — who approved what, who disabled which account, and why.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v2.0.0 commits 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329184" cy="329184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2044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447288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 beneficiary to register, discover hospitals, book both doses, and produce a verifiable certificate.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3520440"/>
            <a:ext cx="329184" cy="329184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352044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3447288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slot and contact-detail control for every hospital — no platform-admin involvement for routine changes.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329184" cy="329184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75488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681728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platform-operator oversight — disable, reactivate, or unregister any hospital or user, with a mandatory reason and a full audit trail.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4754880"/>
            <a:ext cx="329184" cy="329184"/>
          </a:xfrm>
          <a:prstGeom prst="ellipse">
            <a:avLst/>
          </a:prstGeom>
          <a:solidFill>
            <a:srgbClr val="22C7B5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475488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4681728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state-changing action accountable: who did it, to what, when, and why.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 VS. V1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iteration — a different platform, built for a different scale of problem.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448056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720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(Beta → v1.3.0)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hospital, demo-scoped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Multi-hospital directory, production-oriented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roles (User, Admin)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3-tier model — User, Hospital Admin, Platform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formal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state change logged: actor, action,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flag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Downloadable, publicly verifiable certificates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MVC, SQLite, Razor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Core Web API, SQL Server, Angular SPA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alert() / toast 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notification system, fired on every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capabilities, each enforced server-side — not just hidden in the UI.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45920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Two-Dose Booking Lifecycle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approve, reject, cancel, edit, and rebook a dose — slot capacity reserved and released automatically.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15968" y="1508760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691640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691640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1768" y="1645920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Role Model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98848" y="2167128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user, hospital admin (scoped to one hospital), and platform admin — enforced on every request.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91856" y="1508760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4736" y="1691640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691640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77656" y="1645920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User Lifecycle Mgmt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74736" y="2167128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Disable, reactivate, and (for hospitals) a two-party unregister/authorize flow, with mandatory reasons.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236976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419856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19856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374136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Flows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3895344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Forgot/reset password, reactivation requests, and hospital-admin applications — each with an approval queue.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15968" y="3236976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3419856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419856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01768" y="3374136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98848" y="3895344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on every approval, rejection, and status change.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91856" y="3236976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4736" y="3419856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3419856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77656" y="3374136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Certificates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74736" y="3895344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and publicly verifiable via a bookingId link, without exposing personal contact details.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965192"/>
            <a:ext cx="34564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5148072"/>
            <a:ext cx="384048" cy="384048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148072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25880" y="5102352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5623560"/>
            <a:ext cx="3090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state-changing action on a booking, hospital, or user is permanently logged with actor, action, and reason.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ACCESS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enforced server-side — identical whether the request comes from the Angular app or a raw API call.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4206240"/>
          </a:xfrm>
          <a:prstGeom prst="roundRect">
            <a:avLst>
              <a:gd name="adj" fmla="val 2646"/>
            </a:avLst>
          </a:prstGeom>
          <a:solidFill>
            <a:srgbClr val="163A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User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9992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their own profile and booking. No visibility into other users'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691640"/>
            <a:ext cx="3456432" cy="4206240"/>
          </a:xfrm>
          <a:prstGeom prst="roundRect">
            <a:avLst>
              <a:gd name="adj" fmla="val 2646"/>
            </a:avLst>
          </a:prstGeom>
          <a:solidFill>
            <a:srgbClr val="163A57"/>
          </a:solidFill>
          <a:ln/>
        </p:spPr>
      </p:sp>
      <p:sp>
        <p:nvSpPr>
          <p:cNvPr id="8" name="Text 6"/>
          <p:cNvSpPr/>
          <p:nvPr/>
        </p:nvSpPr>
        <p:spPr>
          <a:xfrm>
            <a:off x="4544568" y="196596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Admin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44568" y="2651760"/>
            <a:ext cx="29992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user additionally scoped to exactly one hospital — manages that hospital's contact info, slot capacity, and dose approvals only.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1856" y="1691640"/>
            <a:ext cx="3456432" cy="4206240"/>
          </a:xfrm>
          <a:prstGeom prst="roundRect">
            <a:avLst>
              <a:gd name="adj" fmla="val 2646"/>
            </a:avLst>
          </a:prstGeom>
          <a:solidFill>
            <a:srgbClr val="22C7B5"/>
          </a:solidFill>
          <a:ln/>
        </p:spPr>
      </p:sp>
      <p:sp>
        <p:nvSpPr>
          <p:cNvPr id="11" name="Text 9"/>
          <p:cNvSpPr/>
          <p:nvPr/>
        </p:nvSpPr>
        <p:spPr>
          <a:xfrm>
            <a:off x="8220456" y="196596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Admin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0456" y="2651760"/>
            <a:ext cx="299923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access across every module — user/hospital lifecycle, all bookings, role assignments, and pending-request queues.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lifecycle the platform supports — tied together by notifications firing on every status change.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0" cy="301752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2176272"/>
            <a:ext cx="438912" cy="438912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6" name="Text 4"/>
          <p:cNvSpPr/>
          <p:nvPr/>
        </p:nvSpPr>
        <p:spPr>
          <a:xfrm>
            <a:off x="1426464" y="21762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Discover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338328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registers, browses the hospital directory.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32004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71216" y="1920240"/>
            <a:ext cx="2011680" cy="301752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176272"/>
            <a:ext cx="438912" cy="438912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1762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80944" y="27889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Dose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99232" y="338328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 hospital and slot; capacity is reserved automatically.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82896" y="32004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02352" y="1920240"/>
            <a:ext cx="2011680" cy="301752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88736" y="2176272"/>
            <a:ext cx="438912" cy="438912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8" name="Text 16"/>
          <p:cNvSpPr/>
          <p:nvPr/>
        </p:nvSpPr>
        <p:spPr>
          <a:xfrm>
            <a:off x="5888736" y="21762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27889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Approves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0368" y="338328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 reviews and approves within their own scope.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4032" y="32004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33488" y="1920240"/>
            <a:ext cx="2011680" cy="301752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2176272"/>
            <a:ext cx="438912" cy="438912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4" name="Text 22"/>
          <p:cNvSpPr/>
          <p:nvPr/>
        </p:nvSpPr>
        <p:spPr>
          <a:xfrm>
            <a:off x="8119872" y="21762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43216" y="27889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Dose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61504" y="338328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flow repeats for the second dose once Dose 1 is complete.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45168" y="32004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64624" y="1920240"/>
            <a:ext cx="2011680" cy="301752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51008" y="2176272"/>
            <a:ext cx="438912" cy="438912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30" name="Text 28"/>
          <p:cNvSpPr/>
          <p:nvPr/>
        </p:nvSpPr>
        <p:spPr>
          <a:xfrm>
            <a:off x="10351008" y="21762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74352" y="27889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92640" y="338328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completion certificate generated — public, link-based.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alongside every step: hospital-admin oversight of their own bookings, and platform-admin oversight across all hospitals and users.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&amp; GUARDRAILS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the rules that keep capacity and identity from being abused.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3677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double-booking, no booking on someone else's behalf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22199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is tied to the authenticated caller's own identity.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63677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for a disabled account, under any circumstance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64808" y="222199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requires an explicit platform-admin approval.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14553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hospital removed without a second-party confirmation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373075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two-party unregister/authorize flow protects against unilateral removal.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30175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314553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hospital's slots can never go negative or over capacity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373075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under any sequence of concurrent booking operations.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65429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disable, reactivation, unregister, and role change is traceable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523951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Actor, timestamp, and — where applicable — a reason. No gaps.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45262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4654296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is ever physically deleted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239512"/>
            <a:ext cx="4855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 soft-delete pattern applies across users, hospitals, bookings, and credentials.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orientation only — full architecture depth lives in the companion Technical Specification.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2C7B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SPA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+ TailwindCSS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REST / JSON over HTTPS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63A5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638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564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routing + JWT auth enforcement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E4C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9867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2793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rules, ownership &amp; role checks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6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8097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(EF Core)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1023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over SQL Server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2960" y="557784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77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6916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choices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21488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2459736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 (.NET 10), C# 13 — API-first, no server-rendered views.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299008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63440" y="330098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10 over Microsoft SQL Server.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3831336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63440" y="414223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(HMAC-SHA256) with server-side revocation, plus BCrypt.Net-Next for password hashing.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4672584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63440" y="49834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Serilog, console + rolling file sinks.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551383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API-first + SPA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63440" y="5824728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the client from the server entirely — any future client (mobile, third-party) can consume the same, fully server-enforced API.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GOVERNANCE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overview is backed by four full deliverables for teams that need the depth.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91640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Specification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130552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does — business requirements, roles, workflows, permission matrix.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Business stakeholders, all developers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691640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3952" y="2130552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 — architecture, HLD/LLD, every module's frontend + backend detail.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73952" y="2926080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Developers, QA, tech leads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749040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Sheet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4187952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 cases across every module and feature.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4983480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QA, developers, tech/team leads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3749040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 Review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4187952"/>
            <a:ext cx="4700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Q&amp;A covering every part of the build, for design review.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4983480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Tech leads, delivery managers, senior devs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 for this release — candidates for a future one, not gaps in today's requirements.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email/SMS delivery of notifications, reset tokens, and certificates (in-app only today).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9164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0" y="1600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— the platform does not charge for bookings.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identity provider (SSO/OAuth) login — first-party email/password only today.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92608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92608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28346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/ localisation support.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6052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069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applications — the API is already client-agnostic and could support 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160520"/>
            <a:ext cx="329184" cy="329184"/>
          </a:xfrm>
          <a:prstGeom prst="ellipse">
            <a:avLst/>
          </a:prstGeom>
          <a:solidFill>
            <a:srgbClr val="0F2438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16052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0" y="4069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appointment scheduling/optimisation across hospitals.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turns a single-developer demo into a platform an operator could actually run: multiple hospitals, three scoped roles, self-service where it's safe, oversight where it matters, and an audit trail on everything in between.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163A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10896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657600"/>
            <a:ext cx="29992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system of record, from registration to certificate — with self-service that reduces platform-admin load.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288036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163A57"/>
          </a:solidFill>
          <a:ln/>
        </p:spPr>
      </p:sp>
      <p:sp>
        <p:nvSpPr>
          <p:cNvPr id="8" name="Text 6"/>
          <p:cNvSpPr/>
          <p:nvPr/>
        </p:nvSpPr>
        <p:spPr>
          <a:xfrm>
            <a:off x="4544568" y="310896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44568" y="3657600"/>
            <a:ext cx="29992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API-first, three-layer architecture with every rule enforced server-side — ready for a real database, a real client, and real scale.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91856" y="288036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163A57"/>
          </a:solidFill>
          <a:ln/>
        </p:spPr>
      </p:sp>
      <p:sp>
        <p:nvSpPr>
          <p:cNvPr id="11" name="Text 9"/>
          <p:cNvSpPr/>
          <p:nvPr/>
        </p:nvSpPr>
        <p:spPr>
          <a:xfrm>
            <a:off x="8220456" y="310896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Governance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0456" y="3657600"/>
            <a:ext cx="29992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trails and a documented spec set (FSD, TSD, Test Cases, Review Q&amp;A) ready for onboarding and sign-off.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868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VaxTrack v2.0.0 — Platform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4114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 |  Associate Consultant, Infosys  —  Developer, British Petroleum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2026-07-11T13:45:15Z</dcterms:created>
  <dcterms:modified xsi:type="dcterms:W3CDTF">2026-07-11T13:45:15Z</dcterms:modified>
</cp:coreProperties>
</file>