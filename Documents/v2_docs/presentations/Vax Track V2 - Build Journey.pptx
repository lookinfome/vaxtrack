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VAXTRACK v2.0.0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868680" y="3063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demo to deployable: a ground-up rebuild for real hospitals, real scale, and full accountability.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4434840"/>
            <a:ext cx="2163470" cy="384048"/>
          </a:xfrm>
          <a:prstGeom prst="roundRect">
            <a:avLst>
              <a:gd name="adj" fmla="val 50000"/>
            </a:avLst>
          </a:prstGeom>
          <a:solidFill>
            <a:srgbClr val="163A57"/>
          </a:solidFill>
          <a:ln w="9525">
            <a:solidFill>
              <a:srgbClr val="22C7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434840"/>
            <a:ext cx="21634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(.NET 10)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15030" y="443484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63A57"/>
          </a:solidFill>
          <a:ln w="9525">
            <a:solidFill>
              <a:srgbClr val="22C7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15030" y="443484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40910" y="443484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63A57"/>
          </a:solidFill>
          <a:ln w="9525">
            <a:solidFill>
              <a:srgbClr val="22C7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0910" y="443484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66790" y="4434840"/>
            <a:ext cx="972922" cy="384048"/>
          </a:xfrm>
          <a:prstGeom prst="roundRect">
            <a:avLst>
              <a:gd name="adj" fmla="val 50000"/>
            </a:avLst>
          </a:prstGeom>
          <a:solidFill>
            <a:srgbClr val="163A57"/>
          </a:solidFill>
          <a:ln w="9525">
            <a:solidFill>
              <a:srgbClr val="22C7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66790" y="4434840"/>
            <a:ext cx="97292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6126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Kumar  |  Senior Associate Consultant, Infosys  —  Developer, British Petroleum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08760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1463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50008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50008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23042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Rebuilt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191256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91256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8992" y="314553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vs. V1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32504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32504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8992" y="398678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873752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873752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8992" y="48280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Access Model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1508760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508760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48272" y="1463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End to End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2350008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350008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48272" y="23042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&amp; Guardrails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3191256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191256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48272" y="314553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Snapshot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9360" y="4032504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4032504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48272" y="398678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Governance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09360" y="4873752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4873752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48272" y="48280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— Platform Overview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6949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is a two-dose vaccination management platform. It tracks a beneficiary's vaccination journey end to end — registration, hospital discovery, dose booking and approval, and a verifiable completion certificate — while giving each hospital self-service control over its own slot capacity, and giving a platform operator full oversight of hospitals and users, with a complete audit trail on every action.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40080" y="374904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current, actively developed version of VaxTrack — replacing the single-developer v1.x demo line entirely.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55280" y="123444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0F2438"/>
          </a:solidFill>
          <a:ln/>
        </p:spPr>
      </p:sp>
      <p:sp>
        <p:nvSpPr>
          <p:cNvPr id="6" name="Text 4"/>
          <p:cNvSpPr/>
          <p:nvPr/>
        </p:nvSpPr>
        <p:spPr>
          <a:xfrm>
            <a:off x="8092440" y="1325880"/>
            <a:ext cx="1600200" cy="1143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C7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46920" y="1234440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roles, fully scoped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55280" y="2807208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0F2438"/>
          </a:solidFill>
          <a:ln/>
        </p:spPr>
      </p:sp>
      <p:sp>
        <p:nvSpPr>
          <p:cNvPr id="9" name="Text 7"/>
          <p:cNvSpPr/>
          <p:nvPr/>
        </p:nvSpPr>
        <p:spPr>
          <a:xfrm>
            <a:off x="8092440" y="2898648"/>
            <a:ext cx="1600200" cy="1143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C7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46920" y="2807208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modules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4379976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0F2438"/>
          </a:solidFill>
          <a:ln/>
        </p:spPr>
      </p:sp>
      <p:sp>
        <p:nvSpPr>
          <p:cNvPr id="12" name="Text 10"/>
          <p:cNvSpPr/>
          <p:nvPr/>
        </p:nvSpPr>
        <p:spPr>
          <a:xfrm>
            <a:off x="8092440" y="4471416"/>
            <a:ext cx="1600200" cy="1143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C7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646920" y="4379976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carry an audit trail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— Platform Overview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REBUILT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programs that span many independently-operated hospitals run into three recurring problems: beneficiaries have no single place to book and track a two-dose course; hospitals have no shared, live view of their own slot capacity or who is due to arrive; and program administrators have no consolidated way to oversee hospitals and enforce accountability — who approved what, who disabled which account, and why.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v2.0.0 commits 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329184" cy="329184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52044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447288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every beneficiary to register, discover hospitals, book both doses, and produce a verifiable certificate.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3520440"/>
            <a:ext cx="329184" cy="329184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352044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0" y="3447288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slot and contact-detail control for every hospital — no platform-admin involvement for routine changes.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754880"/>
            <a:ext cx="329184" cy="329184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75488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4681728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platform-operator oversight — disable, reactivate, or unregister any hospital or user, with a mandatory reason and a full audit trail.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4754880"/>
            <a:ext cx="329184" cy="329184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475488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66560" y="4681728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state-changing action accountable: who did it, to what, when, and why.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— Platform Overview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NEW VS. V1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iteration — a different platform, built for a different scale of problem.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448056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5720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(Beta → v1.3.0)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hospital, demo-scoped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Multi-hospital directory, production-oriented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roles (User, Admin)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3-tier model — User, Hospital Admin, Platform 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formal audit trail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state change logged: actor, action, 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flag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Downloadable, publicly verifiable certificates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ASP.NET MVC, SQLite, Razor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ASP.NET Core Web API, SQL Server, Angular SPA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alert() / toast messages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In-app notification system, fired on every 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— Platform Overview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capabilities, each enforced server-side — not just hidden in the UI.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564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384048" cy="384048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384048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645920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Two-Dose Booking Lifecycle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167128"/>
            <a:ext cx="3090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approve, reject, cancel, edit, and rebook a dose — slot capacity reserved and released automatically.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15968" y="1508760"/>
            <a:ext cx="34564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1691640"/>
            <a:ext cx="384048" cy="384048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691640"/>
            <a:ext cx="384048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01768" y="1645920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Role Model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98848" y="2167128"/>
            <a:ext cx="3090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user, hospital admin (scoped to one hospital), and platform admin — enforced on every request.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91856" y="1508760"/>
            <a:ext cx="34564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74736" y="1691640"/>
            <a:ext cx="384048" cy="384048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6" name="Text 14"/>
          <p:cNvSpPr/>
          <p:nvPr/>
        </p:nvSpPr>
        <p:spPr>
          <a:xfrm>
            <a:off x="8174736" y="1691640"/>
            <a:ext cx="384048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77656" y="1645920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&amp; User Lifecycle Mgmt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74736" y="2167128"/>
            <a:ext cx="3090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Disable, reactivate, and (for hospitals) a two-party unregister/authorize flow, with mandatory reasons.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236976"/>
            <a:ext cx="34564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419856"/>
            <a:ext cx="384048" cy="384048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419856"/>
            <a:ext cx="384048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3374136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Flows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3895344"/>
            <a:ext cx="3090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Forgot/reset password, reactivation requests, and hospital-admin applications — each with an approval queue.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15968" y="3236976"/>
            <a:ext cx="34564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8848" y="3419856"/>
            <a:ext cx="384048" cy="384048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26" name="Text 24"/>
          <p:cNvSpPr/>
          <p:nvPr/>
        </p:nvSpPr>
        <p:spPr>
          <a:xfrm>
            <a:off x="4498848" y="3419856"/>
            <a:ext cx="384048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01768" y="3374136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498848" y="3895344"/>
            <a:ext cx="3090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Fired on every approval, rejection, and status change.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991856" y="3236976"/>
            <a:ext cx="34564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74736" y="3419856"/>
            <a:ext cx="384048" cy="384048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31" name="Text 29"/>
          <p:cNvSpPr/>
          <p:nvPr/>
        </p:nvSpPr>
        <p:spPr>
          <a:xfrm>
            <a:off x="8174736" y="3419856"/>
            <a:ext cx="384048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677656" y="3374136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Certificates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174736" y="3895344"/>
            <a:ext cx="3090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and publicly verifiable via a bookingId link, without exposing personal contact details.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4965192"/>
            <a:ext cx="34564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5148072"/>
            <a:ext cx="384048" cy="384048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148072"/>
            <a:ext cx="384048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325880" y="5102352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22960" y="5623560"/>
            <a:ext cx="3090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state-changing action on a booking, hospital, or user is permanently logged with actor, action, and reason.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— Platform Overview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ACCESS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is enforced server-side — identical whether the request comes from the Angular app or a raw API call.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56432" cy="4206240"/>
          </a:xfrm>
          <a:prstGeom prst="roundRect">
            <a:avLst>
              <a:gd name="adj" fmla="val 2646"/>
            </a:avLst>
          </a:prstGeom>
          <a:solidFill>
            <a:srgbClr val="163A5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User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2999232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their own profile and booking. No visibility into other users' data.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15968" y="1691640"/>
            <a:ext cx="3456432" cy="4206240"/>
          </a:xfrm>
          <a:prstGeom prst="roundRect">
            <a:avLst>
              <a:gd name="adj" fmla="val 2646"/>
            </a:avLst>
          </a:prstGeom>
          <a:solidFill>
            <a:srgbClr val="163A57"/>
          </a:solidFill>
          <a:ln/>
        </p:spPr>
      </p:sp>
      <p:sp>
        <p:nvSpPr>
          <p:cNvPr id="8" name="Text 6"/>
          <p:cNvSpPr/>
          <p:nvPr/>
        </p:nvSpPr>
        <p:spPr>
          <a:xfrm>
            <a:off x="4544568" y="1965960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Admin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44568" y="2651760"/>
            <a:ext cx="2999232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user additionally scoped to exactly one hospital — manages that hospital's contact info, slot capacity, and dose approvals only.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91856" y="1691640"/>
            <a:ext cx="3456432" cy="4206240"/>
          </a:xfrm>
          <a:prstGeom prst="roundRect">
            <a:avLst>
              <a:gd name="adj" fmla="val 2646"/>
            </a:avLst>
          </a:prstGeom>
          <a:solidFill>
            <a:srgbClr val="22C7B5"/>
          </a:solidFill>
          <a:ln/>
        </p:spPr>
      </p:sp>
      <p:sp>
        <p:nvSpPr>
          <p:cNvPr id="11" name="Text 9"/>
          <p:cNvSpPr/>
          <p:nvPr/>
        </p:nvSpPr>
        <p:spPr>
          <a:xfrm>
            <a:off x="8220456" y="1965960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Admin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0456" y="2651760"/>
            <a:ext cx="2999232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Unconditional access across every module — user/hospital lifecycle, all bookings, role assignments, and pending-request queues.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WORKS, END TO END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lifecycle the platform supports — tied together by notifications firing on every status change.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11680" cy="301752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6464" y="2176272"/>
            <a:ext cx="438912" cy="438912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6" name="Text 4"/>
          <p:cNvSpPr/>
          <p:nvPr/>
        </p:nvSpPr>
        <p:spPr>
          <a:xfrm>
            <a:off x="1426464" y="2176272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7889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Discover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" y="3383280"/>
            <a:ext cx="17556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 registers, browses the hospital directory.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1760" y="320040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71216" y="1920240"/>
            <a:ext cx="2011680" cy="301752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2176272"/>
            <a:ext cx="438912" cy="438912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176272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80944" y="27889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Dose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99232" y="3383280"/>
            <a:ext cx="17556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 hospital and slot; capacity is reserved automatically.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82896" y="320040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02352" y="1920240"/>
            <a:ext cx="2011680" cy="301752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88736" y="2176272"/>
            <a:ext cx="438912" cy="438912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8" name="Text 16"/>
          <p:cNvSpPr/>
          <p:nvPr/>
        </p:nvSpPr>
        <p:spPr>
          <a:xfrm>
            <a:off x="5888736" y="2176272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2080" y="27889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Approves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30368" y="3383280"/>
            <a:ext cx="17556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 reviews and approves within their own scope.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14032" y="320040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33488" y="1920240"/>
            <a:ext cx="2011680" cy="301752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19872" y="2176272"/>
            <a:ext cx="438912" cy="438912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24" name="Text 22"/>
          <p:cNvSpPr/>
          <p:nvPr/>
        </p:nvSpPr>
        <p:spPr>
          <a:xfrm>
            <a:off x="8119872" y="2176272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43216" y="27889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Dose 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61504" y="3383280"/>
            <a:ext cx="17556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flow repeats for the second dose once Dose 1 is complete.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45168" y="320040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64624" y="1920240"/>
            <a:ext cx="2011680" cy="301752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51008" y="2176272"/>
            <a:ext cx="438912" cy="438912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30" name="Text 28"/>
          <p:cNvSpPr/>
          <p:nvPr/>
        </p:nvSpPr>
        <p:spPr>
          <a:xfrm>
            <a:off x="10351008" y="2176272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74352" y="27889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92640" y="3383280"/>
            <a:ext cx="17556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completion certificate generated — public, link-based.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5257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alongside every step: hospital-admin oversight of their own bookings, and platform-admin oversight across all hospitals and users.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— Platform Overview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IN ACTION — BENEFICIARY JOURNEY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v2.0.0 screens, from sign-in to a booking in progress.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9496" y="1563624"/>
            <a:ext cx="545896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5000"/>
              </a:srgbClr>
            </a:outerShdw>
          </a:effectLst>
        </p:spPr>
      </p:sp>
      <p:pic>
        <p:nvPicPr>
          <p:cNvPr id="6" name="Image 0" descr="/tmp/build/imgs_v2/01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618488"/>
            <a:ext cx="5349240" cy="21305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0" y="1325880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Dose 1 — hospital &amp; slot selection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63056" y="1563624"/>
            <a:ext cx="545896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5000"/>
              </a:srgbClr>
            </a:outerShdw>
          </a:effectLst>
        </p:spPr>
      </p:sp>
      <p:pic>
        <p:nvPicPr>
          <p:cNvPr id="9" name="Image 1" descr="/tmp/build/imgs_v2/02-hospital-selection-with-slo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618488"/>
            <a:ext cx="5349240" cy="21305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3977640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Bookings — Dose 1 pending approval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39496" y="4215384"/>
            <a:ext cx="545896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5000"/>
              </a:srgbClr>
            </a:outerShdw>
          </a:effectLst>
        </p:spPr>
      </p:sp>
      <p:pic>
        <p:nvPicPr>
          <p:cNvPr id="12" name="Image 2" descr="/tmp/build/imgs_v2/03-my-bookings-pendin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4360" y="4270248"/>
            <a:ext cx="5349240" cy="21305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7920" y="3977640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163056" y="4215384"/>
            <a:ext cx="545896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5000"/>
              </a:srgbClr>
            </a:outerShdw>
          </a:effectLst>
        </p:spPr>
      </p:sp>
      <p:pic>
        <p:nvPicPr>
          <p:cNvPr id="15" name="Image 3" descr="/tmp/build/imgs_v2/04-user-profil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7920" y="4270248"/>
            <a:ext cx="5349240" cy="21305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— Platform Overview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IN ACTION — HOSPITAL &amp; PLATFORM OVERSIGHT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Admin-side screens — approvals, user management, and in-app notifications.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Management — platform-admin approval queue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9496" y="1563624"/>
            <a:ext cx="545896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5000"/>
              </a:srgbClr>
            </a:outerShdw>
          </a:effectLst>
        </p:spPr>
      </p:sp>
      <p:pic>
        <p:nvPicPr>
          <p:cNvPr id="6" name="Image 0" descr="/tmp/build/imgs_v2/05b-admin-bookings-viewed-as-platform-admin-due-to-bu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618488"/>
            <a:ext cx="5349240" cy="21305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0" y="1325880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63056" y="1563624"/>
            <a:ext cx="545896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5000"/>
              </a:srgbClr>
            </a:outerShdw>
          </a:effectLst>
        </p:spPr>
      </p:sp>
      <p:pic>
        <p:nvPicPr>
          <p:cNvPr id="9" name="Image 1" descr="/tmp/build/imgs_v2/09-notification-dropdow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618488"/>
            <a:ext cx="5349240" cy="21305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3977640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Management — platform-wide directory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39496" y="4215384"/>
            <a:ext cx="545896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5000"/>
              </a:srgbClr>
            </a:outerShdw>
          </a:effectLst>
        </p:spPr>
      </p:sp>
      <p:pic>
        <p:nvPicPr>
          <p:cNvPr id="12" name="Image 2" descr="/tmp/build/imgs_v2/08-admin-user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4360" y="4270248"/>
            <a:ext cx="5349240" cy="21305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7920" y="3977640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 Dashboard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217920" y="4270248"/>
            <a:ext cx="5349240" cy="2130552"/>
          </a:xfrm>
          <a:prstGeom prst="roundRect">
            <a:avLst>
              <a:gd name="adj" fmla="val 3433"/>
            </a:avLst>
          </a:prstGeom>
          <a:solidFill>
            <a:srgbClr val="EEF3F6"/>
          </a:solidFill>
          <a:ln w="12700">
            <a:solidFill>
              <a:srgbClr val="DCE3E8"/>
            </a:solidFill>
            <a:prstDash val="dash"/>
          </a:ln>
        </p:spPr>
      </p:sp>
      <p:sp>
        <p:nvSpPr>
          <p:cNvPr id="15" name="Shape 10"/>
          <p:cNvSpPr/>
          <p:nvPr/>
        </p:nvSpPr>
        <p:spPr>
          <a:xfrm>
            <a:off x="8645652" y="4471416"/>
            <a:ext cx="493776" cy="49377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6" name="Text 11"/>
          <p:cNvSpPr/>
          <p:nvPr/>
        </p:nvSpPr>
        <p:spPr>
          <a:xfrm>
            <a:off x="8645652" y="4471416"/>
            <a:ext cx="493776" cy="49377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6217920" y="5138928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583680" y="5504688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stats overview — not yet implemented as of this build.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— Platform Overview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IN ACTION — CERTIFICATES &amp; SELF-SERVICE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closes here — a verifiable record, and a self-service path when something needs a human.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certificate verification (bookingId link)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9496" y="1609344"/>
            <a:ext cx="5458968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5000"/>
              </a:srgbClr>
            </a:outerShdw>
          </a:effectLst>
        </p:spPr>
      </p:sp>
      <p:pic>
        <p:nvPicPr>
          <p:cNvPr id="6" name="Image 0" descr="/tmp/build/imgs_v2/07-certificate-verif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664208"/>
            <a:ext cx="5349240" cy="44165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0" y="1371600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— self-service + hospital-admin application queue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63056" y="1609344"/>
            <a:ext cx="5458968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5000"/>
              </a:srgbClr>
            </a:outerShdw>
          </a:effectLst>
        </p:spPr>
      </p:sp>
      <p:pic>
        <p:nvPicPr>
          <p:cNvPr id="9" name="Image 1" descr="/tmp/build/imgs_v2/10-support-pending-reque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664208"/>
            <a:ext cx="5349240" cy="44165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— Platform Overview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 &amp; GUARDRAILS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of the rules that keep capacity and identity from being abused.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36776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double-booking, no booking on someone else's behalf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2221992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booking is tied to the authenticated caller's own identity.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808" y="1636776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for a disabled account, under any circumstance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64808" y="2221992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Reactivation requires an explicit platform-admin approval.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145536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hospital removed without a second-party confirmation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3730752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two-party unregister/authorize flow protects against unilateral removal.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301752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3145536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hospital's slots can never go negative or over capacity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3730752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under any sequence of concurrent booking operations.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654296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disable, reactivation, unregister, and role change is traceable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5239512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Actor, timestamp, and — where applicable — a reason. No gaps.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452628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4654296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is ever physically deleted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239512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uniform soft-delete pattern applies across users, hospitals, bookings, and credentials.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— Platform Overview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SNAPSHOT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orientation only — full architecture depth lives in the companion Technical Specification.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22C7B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20 SPA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 + TailwindCSS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REST / JSON over HTTPS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3291840" cy="685800"/>
          </a:xfrm>
          <a:prstGeom prst="roundRect">
            <a:avLst>
              <a:gd name="adj" fmla="val 8000"/>
            </a:avLst>
          </a:prstGeom>
          <a:solidFill>
            <a:srgbClr val="163A5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1638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4564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routing + JWT auth enforcement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22960" y="3931920"/>
            <a:ext cx="3291840" cy="685800"/>
          </a:xfrm>
          <a:prstGeom prst="roundRect">
            <a:avLst>
              <a:gd name="adj" fmla="val 8000"/>
            </a:avLst>
          </a:prstGeom>
          <a:solidFill>
            <a:srgbClr val="1E4C6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9867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42793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rules, ownership &amp; role checks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22960" y="4754880"/>
            <a:ext cx="3291840" cy="685800"/>
          </a:xfrm>
          <a:prstGeom prst="roundRect">
            <a:avLst>
              <a:gd name="adj" fmla="val 8000"/>
            </a:avLst>
          </a:prstGeom>
          <a:solidFill>
            <a:srgbClr val="163A5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8097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(EF Core)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51023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over SQL Server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22960" y="557784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577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169164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choices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21488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63440" y="2459736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 (.NET 10), C# 13 — API-first, no server-rendered views.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3440" y="299008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63440" y="3300984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10 over Microsoft SQL Server.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3831336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63440" y="4142232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(HMAC-SHA256) with server-side revocation, plus BCrypt.Net-Next for password hashing.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63440" y="4672584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63440" y="498348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Serilog, console + rolling file sinks.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551383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API-first + SPA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663440" y="5824728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the client from the server entirely — any future client (mobile, third-party) can consume the same, fully server-enforced API.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&amp; GOVERNANCE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overview is backed by four full deliverables for teams that need the depth.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120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691640"/>
            <a:ext cx="4700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Specification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130552"/>
            <a:ext cx="4700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 does — business requirements, roles, workflows, permission matrix.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926080"/>
            <a:ext cx="4700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 Business stakeholders, all developers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2120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691640"/>
            <a:ext cx="4700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Specification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73952" y="2130552"/>
            <a:ext cx="4700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 — architecture, HLD/LLD, every module's frontend + backend detail.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73952" y="2926080"/>
            <a:ext cx="4700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 Developers, QA, tech leads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52120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749040"/>
            <a:ext cx="4700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Sheet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4187952"/>
            <a:ext cx="4700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test cases across every module and feature.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" y="4983480"/>
            <a:ext cx="4700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 QA, developers, tech/team leads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3566160"/>
            <a:ext cx="52120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3749040"/>
            <a:ext cx="4700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Development Review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73952" y="4187952"/>
            <a:ext cx="4700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Q&amp;A covering every part of the build, for design review.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73952" y="4983480"/>
            <a:ext cx="4700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 Tech leads, delivery managers, senior devs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— Platform Overview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out of scope for this release — candidates for a future one, not gaps in today's requirements.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9184" cy="329184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6002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email/SMS delivery of notifications, reset tokens, and certificates (in-app only today).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329184" cy="329184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69164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66560" y="16002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 — the platform does not charge for bookings.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329184" cy="329184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2608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8346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identity provider (SSO/OAuth) login — first-party email/password only today.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2926080"/>
            <a:ext cx="329184" cy="329184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92608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66560" y="28346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/ localisation support.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329184" cy="329184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6052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40690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applications — the API is already client-agnostic and could support one.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160520"/>
            <a:ext cx="329184" cy="329184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416052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66560" y="40690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appointment scheduling/optimisation across hospitals.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— Platform Overview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turns a single-developer demo into a platform an operator could actually run: multiple hospitals, three scoped roles, self-service where it's safe, oversight where it matters, and an audit trail on everything in between.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3456432" cy="2651760"/>
          </a:xfrm>
          <a:prstGeom prst="roundRect">
            <a:avLst>
              <a:gd name="adj" fmla="val 3448"/>
            </a:avLst>
          </a:prstGeom>
          <a:solidFill>
            <a:srgbClr val="163A5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10896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3657600"/>
            <a:ext cx="29992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accountable system of record, from registration to certificate — with self-service that reduces platform-admin load.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2880360"/>
            <a:ext cx="3456432" cy="2651760"/>
          </a:xfrm>
          <a:prstGeom prst="roundRect">
            <a:avLst>
              <a:gd name="adj" fmla="val 3448"/>
            </a:avLst>
          </a:prstGeom>
          <a:solidFill>
            <a:srgbClr val="163A57"/>
          </a:solidFill>
          <a:ln/>
        </p:spPr>
      </p:sp>
      <p:sp>
        <p:nvSpPr>
          <p:cNvPr id="8" name="Text 6"/>
          <p:cNvSpPr/>
          <p:nvPr/>
        </p:nvSpPr>
        <p:spPr>
          <a:xfrm>
            <a:off x="4544568" y="310896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44568" y="3657600"/>
            <a:ext cx="29992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API-first, three-layer architecture with every rule enforced server-side — ready for a real database, a real client, and real scale.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91856" y="2880360"/>
            <a:ext cx="3456432" cy="2651760"/>
          </a:xfrm>
          <a:prstGeom prst="roundRect">
            <a:avLst>
              <a:gd name="adj" fmla="val 3448"/>
            </a:avLst>
          </a:prstGeom>
          <a:solidFill>
            <a:srgbClr val="163A57"/>
          </a:solidFill>
          <a:ln/>
        </p:spPr>
      </p:sp>
      <p:sp>
        <p:nvSpPr>
          <p:cNvPr id="11" name="Text 9"/>
          <p:cNvSpPr/>
          <p:nvPr/>
        </p:nvSpPr>
        <p:spPr>
          <a:xfrm>
            <a:off x="8220456" y="310896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Governance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0456" y="3657600"/>
            <a:ext cx="29992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trails and a documented spec set (FSD, TSD, Test Cases, Review Q&amp;A) ready for onboarding and sign-off.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868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— Platform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4114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Kumar  |  Senior Associate Consultant, Infosys  —  Developer, British Petroleum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2026-07-11T19:11:12Z</dcterms:created>
  <dcterms:modified xsi:type="dcterms:W3CDTF">2026-07-11T19:11:12Z</dcterms:modified>
</cp:coreProperties>
</file>